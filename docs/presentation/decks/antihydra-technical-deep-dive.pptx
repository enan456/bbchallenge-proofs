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log₁₀ of raw-step-equivalent horizon vs incision events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log10 cumulative raw steps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16</c:v>
                  </c:pt>
                  <c:pt idx="2">
                    <c:v>500</c:v>
                  </c:pt>
                  <c:pt idx="3">
                    <c:v>2k</c:v>
                  </c:pt>
                  <c:pt idx="4">
                    <c:v>4k</c:v>
                  </c:pt>
                  <c:pt idx="5">
                    <c:v>6k</c:v>
                  </c:pt>
                  <c:pt idx="6">
                    <c:v>8k</c:v>
                  </c:pt>
                  <c:pt idx="7">
                    <c:v>10k</c:v>
                  </c:pt>
                  <c:pt idx="8">
                    <c:v>12k</c:v>
                  </c:pt>
                  <c:pt idx="9">
                    <c:v>14k</c:v>
                  </c:pt>
                  <c:pt idx="10">
                    <c:v>16k</c:v>
                  </c:pt>
                  <c:pt idx="11">
                    <c:v>18k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2.4</c:v>
                </c:pt>
                <c:pt idx="1">
                  <c:v>8.3</c:v>
                </c:pt>
                <c:pt idx="2">
                  <c:v>178.7</c:v>
                </c:pt>
                <c:pt idx="3">
                  <c:v>707</c:v>
                </c:pt>
                <c:pt idx="4">
                  <c:v>1411.4</c:v>
                </c:pt>
                <c:pt idx="5">
                  <c:v>2115.7</c:v>
                </c:pt>
                <c:pt idx="6">
                  <c:v>2820.1</c:v>
                </c:pt>
                <c:pt idx="7">
                  <c:v>3524.5</c:v>
                </c:pt>
                <c:pt idx="8">
                  <c:v>4228.8</c:v>
                </c:pt>
                <c:pt idx="9">
                  <c:v>4933.2</c:v>
                </c:pt>
                <c:pt idx="10">
                  <c:v>5637.5</c:v>
                </c:pt>
                <c:pt idx="11">
                  <c:v>6341.9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AFC3E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AFC3E8"/>
                    </a:solidFill>
                    <a:latin typeface="Arial"/>
                  </a:rPr>
                  <a:t>event 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FC3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45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FC3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A357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audience deck: the full reduction pipeline for Antihydra, plus the trust machinery, plus Palomar packaging.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F0: the unique halting transition. Everything downstream localizes halting to reaching this cell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probe-safety contract is the interface between the elementary layer and the dynamics: discharge the invariant and the machine can never halt.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hydra_step, drop_step, merge_chain: trajectory + safety, for all block values, via three sweep lemmas over runs of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Dispatcher orbit_segment: under SafeOrbitA every realized state advances safely to another realized state; the keystone turns infinitely many safe segments into EProbeSafe.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event: b = 12 = H(8), heads = 2 — the proven startup absorbs the wiki's first term. Sequence check: 12, 18, 27, 40, 60...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volley is where the certified acceleration lives — proved by fuel induction, then the two orbit-interleaving lemmas give the equivalence.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from the certified event process (stage756): exact per-event raw costs from the proven step counts, summed in closed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discoveries were found by bisecting #print axioms output; they are recorded as project memory and in the results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evidence layers tying the formal object to the published machine — the parity plan's tasks 1 and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transport pattern is the reusable trick: self-contained auditable statements, big development behind them, mechanical bridge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reduction framing and the invitation: the conjecture is now a clean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Antihydra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41248" y="2834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tape to one conjecture — a technical walkthrough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1RB1RA_0LC1LE_1LD1LC_1LA0LB_1LF1RE_---0RA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Lean 4 · no Mathlib · axioms [propext, Quot.sound] · no sorry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5394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493776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1RB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1RA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0LC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1LD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1LC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1LA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0LB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1LF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1RE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halt 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0RA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35040" y="15544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states, two symbols, one undefined transition: F reading 0 is the only way to halt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= total function ℤ → Bool; a configuration is (state, head, tape)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hand-transcribed once — then kernel-proved equal to the parsed standard-format code (parse_ok, with corrupted-code negative controls)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Halt localization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54480" y="132588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435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= none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1892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  state F reads 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618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step_eq_none_iff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54480" y="256032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A357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670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entered only via E0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31272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1, move left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28529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into_F_only_from_E0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54480" y="379476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A3570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904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halt ⇒ E-probe of 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4361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reachable E reading 0 with 0 to its left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087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halt_requires_e_probe_00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554480" y="502920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A3570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5138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probe-safety ⇒ never halts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828800" y="55961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probed 0 has a 1 on its left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5321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nonhalting_of_e_probe_safe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rules, exact for all block values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   m ≥ 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m, c) → (a, m−2, c+3)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 + 11 raw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frozen — ~96% of all dynamics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2A357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  m =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2, c) → (a−1, c+3, 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 + 15 raw steps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pays 1 — dies if a ≤ 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2A357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  m = 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1, c) → (a+2, c+2, 2)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+ 2c + 22 raw steps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gains 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B235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is a theorem: the exact raw trajectory plus an ESafeSeg certificate — every E-probe of a 0 during the rule provably has a 1 to its left.  The proofs enumerate the probes one by one.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orbit and its conjecture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aorbit: iterate the three rules from (2, 7, 2) — reached from blank tape by a proven 62-step startup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set (exact):  m = 0  ∨  (m = 2 ∧ a ≤ 1)   — astep_dies_iff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SafeOrbitA :  the orbit never dies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lemmas realize every abstract state as a tape pattern; segment induction stitches safe segments into probe safety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4630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2A357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THEOREM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0" y="21488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safeOrbitA_nonhalting 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SafeOrbitA 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¬ RawHalts blankStart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axioms: [propext, Quot.sound]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B23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about the machine is proven.  The single assumption is a statement about the integer orbit alone — and the next slide shows it is the community's own conjecture.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conjugacy: orbit ⇔ hydra 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 value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1752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m + 2·(c−2)/3 + 5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A3570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417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heads counter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  (the counter block)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A357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b step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merge (heads + 2)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A357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 b step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drop (heads − 1)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A357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b with heads ≤ 1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2A357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← b + ⌊b/2⌋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6035040" cy="1325880"/>
          </a:xfrm>
          <a:prstGeom prst="roundRect">
            <a:avLst>
              <a:gd name="adj" fmla="val 5517"/>
            </a:avLst>
          </a:prstGeom>
          <a:solidFill>
            <a:srgbClr val="1B235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5604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relHA_step: the two systems run in lock-step; deaths coincide exactly.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hydraSafe_iff_safeOrbitA · hydraSafe_nonhalting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48006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4A3A1E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495604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delta: formal death at heads ≤ 1 vs the wiki's 0 — one boundary case stronger; open follow-up.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Incision events and the closed-form volley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volley (a, m, c)  =  (a,  2 − m % 2,  c + 3·⌊(m−1)/2⌋)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38160" y="1508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formula replaces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hydra run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estep = boundary rule + volley: exactly one event per counter movement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eventSafe_iff_safeOrbitA: the sampled process dies ⇔ the full orbit dies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AND completeness — checking between events is provably redundant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eventSafe_nonhalting: event safety alone already implies the machine never halts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283464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2A357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PAYS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0" y="3520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volleys grow without bound: the k-th event skips ~b² raw steps, b ≈ 12·1.5ᵏ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4800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16 ≈ step 10⁸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20,000 ≈ step 10⁷⁰⁴⁶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acceleration, measured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46304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2A3570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0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steps covered by the first 16 events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503920" y="384048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2A3570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7,046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686800" y="4892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in the raw-step count matched by 20k events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 hygiene: keeping Classical.choice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4A253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CONTAMINATES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proving a positive ∧ / ∨ goal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/ rfl through String.toList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decide over finite inductives (fails outright in core)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1E4034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CLEAN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on atomic goals — split with constructor, congr 1, Or.inl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over List Char literals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 &lt;;&gt; cases b &lt;;&gt; simp_all for finite injectivity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23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script rebuilds all packages and fails on any axiom outside [propext, Quot.sound] — the two quarantined String display lemmas are the only documented exception.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right machine? Parity evidence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1920" y="148132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in-Lean parser of the standard format, kernel-proved equal to the hand-written table; corrupted-code controls prove it non-vacuous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0" y="15087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axioms: [propext]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⇔ reference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308152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proved step function, run executably, is byte-identical for 2,000 steps vs an independent 30-line Python stepper (both machines)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4/4 tests green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A357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09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 anchors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468172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milestones appear on schedule in the independent trace: step 62 → B@6 (Antihydra), step 35 → E@5 (dossier-1)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0" y="47091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exactly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Palomar packaging: Challenge / Solution / transport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2331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Challenge.lean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self-contained statements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imports · sorried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154680" y="1463040"/>
            <a:ext cx="283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38144" y="1463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7" name="Text 5"/>
          <p:cNvSpPr/>
          <p:nvPr/>
        </p:nvSpPr>
        <p:spPr>
          <a:xfrm>
            <a:off x="3575304" y="1463040"/>
            <a:ext cx="2331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Solution.lean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declarations,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proofs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52744" y="1463040"/>
            <a:ext cx="283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36208" y="1463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463040"/>
            <a:ext cx="2331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isomorphisms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commutation lemmas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50808" y="1463040"/>
            <a:ext cx="283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34272" y="1463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E4034"/>
          </a:solidFill>
          <a:ln/>
        </p:spPr>
      </p:sp>
      <p:sp>
        <p:nvSpPr>
          <p:cNvPr id="13" name="Text 11"/>
          <p:cNvSpPr/>
          <p:nvPr/>
        </p:nvSpPr>
        <p:spPr>
          <a:xfrm>
            <a:off x="9171432" y="1463040"/>
            <a:ext cx="23317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 theorems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safeOrbitA_nonhalting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friends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(Lean kernel + independent NanoDa kernel) will confirm Solution proves exactly the Challenge, using only permitted axioms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entries pass the full local intake contract; challenges are 79–153 lines, comfortably auditable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compared theorems: [propext, Quot.sound] — strictly inside Palomar's allowed set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before submission: LICENSE choice, git push, owner sign-off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machine, one conjecture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41248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HydraSafe  →  Antihydra never halts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338328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machine's entire dynamics are theorems; the open part is pure arithmetic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Boundary-only checking is certified — the conjecture can be hunted at 10⁷⁰⁴⁶-step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is ready for the next cryptid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bbchallenge-proofs · docs/learning · docs/results/2026-08-22-*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2026-08-22T15:28:50Z</dcterms:created>
  <dcterms:modified xsi:type="dcterms:W3CDTF">2026-08-22T15:28:50Z</dcterms:modified>
</cp:coreProperties>
</file>