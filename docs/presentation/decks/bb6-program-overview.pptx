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machines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A4A8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C8DB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8C6E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Growing-dimension</c:v>
                  </c:pt>
                  <c:pt idx="1">
                    <c:v>Compact growth (cryptid-shaped)</c:v>
                  </c:pt>
                  <c:pt idx="2">
                    <c:v>Bounded varying</c:v>
                  </c:pt>
                  <c:pt idx="3">
                    <c:v>Exact 1-D Collatz projection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1006</c:v>
                </c:pt>
                <c:pt idx="1">
                  <c:v>51</c:v>
                </c:pt>
                <c:pt idx="2">
                  <c:v>35</c:v>
                </c:pt>
                <c:pt idx="3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DE4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A1A2E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A1A2E"/>
                </a:solidFill>
                <a:latin typeface="Arial"/>
              </a:rPr>
              <a:t>Heads counter across 20,000 certified events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heads counter</c:v>
                </c:pt>
              </c:strCache>
            </c:strRef>
          </c:tx>
          <c:spPr>
            <a:solidFill>
              <a:srgbClr val="1E2761"/>
            </a:solidFill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</c:v>
                  </c:pt>
                  <c:pt idx="1">
                    <c:v>2k</c:v>
                  </c:pt>
                  <c:pt idx="2">
                    <c:v>4k</c:v>
                  </c:pt>
                  <c:pt idx="3">
                    <c:v>6k</c:v>
                  </c:pt>
                  <c:pt idx="4">
                    <c:v>8k</c:v>
                  </c:pt>
                  <c:pt idx="5">
                    <c:v>10k</c:v>
                  </c:pt>
                  <c:pt idx="6">
                    <c:v>12k</c:v>
                  </c:pt>
                  <c:pt idx="7">
                    <c:v>14k</c:v>
                  </c:pt>
                  <c:pt idx="8">
                    <c:v>16k</c:v>
                  </c:pt>
                  <c:pt idx="9">
                    <c:v>18k</c:v>
                  </c:pt>
                  <c:pt idx="10">
                    <c:v>20k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</c:v>
                </c:pt>
                <c:pt idx="1">
                  <c:v>1035</c:v>
                </c:pt>
                <c:pt idx="2">
                  <c:v>2071</c:v>
                </c:pt>
                <c:pt idx="3">
                  <c:v>3020</c:v>
                </c:pt>
                <c:pt idx="4">
                  <c:v>3897</c:v>
                </c:pt>
                <c:pt idx="5">
                  <c:v>4861</c:v>
                </c:pt>
                <c:pt idx="6">
                  <c:v>5855</c:v>
                </c:pt>
                <c:pt idx="7">
                  <c:v>6891</c:v>
                </c:pt>
                <c:pt idx="8">
                  <c:v>7942</c:v>
                </c:pt>
                <c:pt idx="9">
                  <c:v>8945</c:v>
                </c:pt>
                <c:pt idx="10">
                  <c:v>9919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A6B8C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A6B8C"/>
                    </a:solidFill>
                    <a:latin typeface="Arial"/>
                  </a:rPr>
                  <a:t>event k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DE4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A6B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program in one line: classify the BB(6) open set, exactly emulate the structured machines, formally reduce two of them to single conjectures in Lean, prove boundary-only checking, and validate everything for Tao's Palomar registry.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stakes: BB(5) is done and formal; BB(6) has an official open set of 1,158 machines that resist all known deciders.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1,094-holdout sweep: 1006 growing-dim, 51 compact-growth, 35 bounded-varying, 2 exact vector-Collatz projections (Dvisetu and one peer). Honest labeling: classification only, nothing decided.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Emulation is evidence, not proof — and it is fail-closed: the earlier unsound bouncer certificates were demoted, and the PASS gate was tightened, refuting two of nine. Corrections are documented, not buried.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 Lean 4 only, no Mathlib, no sorry; axioms exactly [propext, Quot.sound], enforced by a gate script. Every dynamical fact proven; only the arithmetic conjecture is assumed.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hydraSafe_iff_safeOrbitA and hydraSafe_nonhalting: the two processes run in lock-step and die together. First event b = 12 = H(8), heads 2 — the startup absorbs the wiki's first term.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incision theorem is the certified version of 'only check at the boundaries'. Completeness matters: you provably lose nothing by never looking between events.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data from the certified event process. Honest finding: raw simplex/hyperbolic charts degenerate toward the dominant coordinate — log-scaled charts are the refinement before invariant hunting.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discipline is the product: honest labels on everything empirical, mechanical checks on everything formal.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entry per comparator config; provenance rules forced three separate metadata files (Antihydra formalizes the wiki analysis; the other two are original first presentations). Nothing submitted without sign-off.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honest framing: reduction, not decision — and a template architecture for the rest of the open set.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BB(6) Program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841248" y="306324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Machines, machine-checked proofs, and incision geometry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Busy Beaver frontier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41248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1RB1RA_0LC1LE_1LD1LC_1LA0LB_1LF1RE_---0RA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6172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bbchallenge-proofs  ·  2026-08-22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0515600" y="539496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0" y="539496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BB6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game: Busy Beaver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66751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Among all n-state Turing machines started on a blank tape, which runs longest before halting?  BB(n) outgrows every computable function — it is the edge of what computation can know.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6675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BB(5) settled July 2024, machine-verified in Rocq (Coq)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BB(6) is the frontier: value exceeds numbers writable in this universe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“Cryptids”: machines whose halting encodes deep open arithmetic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863840" y="132588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9AA7C4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63840" y="1554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47,176,870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863840" y="2377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— BB(5), proven exactly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863840" y="3611880"/>
            <a:ext cx="3657600" cy="2011680"/>
          </a:xfrm>
          <a:prstGeom prst="roundRect">
            <a:avLst>
              <a:gd name="adj" fmla="val 3636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9AA7C4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863840" y="38404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1,158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7863840" y="4663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BB(6) machines still undecided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open set looks like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holdout classified through the Collatz-lens record structure (stage745, 0 errors). Collapse-like behavior is the dominant phenotype — and exactly two machines are literal 1-D Collatz.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2194560"/>
          <a:ext cx="10515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Exact emulation, fail-closed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macro system is a set of arithmetic rules: “from a record of shape X, exactly f(k) raw steps reach shape Y.”  Rules must replay the raw machine perfectly — or the fit is rejected.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9AA7C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560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68680" y="33375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replay, in &amp; out of sample, over 10⁸ raw steps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237744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9AA7C4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46520" y="25603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 / 13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6446520" y="333756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Antihydra rule obligations discharged (stage753)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34340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9AA7C4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4526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 / 33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868680" y="5303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dossier-1 rule obligations discharged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4343400"/>
            <a:ext cx="5212080" cy="1691640"/>
          </a:xfrm>
          <a:prstGeom prst="roundRect">
            <a:avLst>
              <a:gd name="adj" fmla="val 4324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9AA7C4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452628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+ 1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446520" y="53035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+ weak exact-macro passes after the 2026-08-04 gate fix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machines, formally reduced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10881360" cy="2331720"/>
          </a:xfrm>
          <a:prstGeom prst="roundRect">
            <a:avLst>
              <a:gd name="adj" fmla="val 313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9AA7C4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83080" y="16459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Antihydra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0" y="175564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1RB1RA_0LC1LE_1LD1LC_1LA0LB_1LF1RE_---0RA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783080" y="228600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safeOrbitA_nonhalting :  SafeOrbitA → ¬ halts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783080" y="28346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record rules (hydra / drop / merge) proven for all block values; 62-step startup; orbit conjecture = the community's Antihydra conjecture.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3977640"/>
            <a:ext cx="10881360" cy="2331720"/>
          </a:xfrm>
          <a:prstGeom prst="roundRect">
            <a:avLst>
              <a:gd name="adj" fmla="val 313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9AA7C4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914400" y="429768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4297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83080" y="4251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Dossier-1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486400" y="4361688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1RB0LE_1LB1RC_0RF0RD_1RE0LA_1LA1RE_---0RB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3080" y="4892040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safeOrbit_nonhalting :  SafeOrbit → ¬ halts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783080" y="544068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rules over a stack of chain levels with collapse cascades; 35-step startup; conjecture is a recursive (3n+7)/2 checkpoint law.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bridge to the real conjecture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community states Antihydra's conjecture 1-dimensionally.  A machine-checked conjugacy proves our orbit hypothesis is exactly that statement (one boundary case stronger).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C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377440"/>
            <a:ext cx="25603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← 12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200400" y="2377440"/>
            <a:ext cx="310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493008" y="237744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C4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93008" y="2377440"/>
            <a:ext cx="25603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 b :  heads + 2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053328" y="2377440"/>
            <a:ext cx="310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345936" y="237744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C4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45936" y="2377440"/>
            <a:ext cx="25603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odd b :  heads − 1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06256" y="2377440"/>
            <a:ext cx="3108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9198864" y="2377440"/>
            <a:ext cx="256032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C4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98864" y="2377440"/>
            <a:ext cx="25603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← b + ⌊b/2⌋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40080" y="374904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9AA7C4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" y="3931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change of variables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68680" y="44348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 =  m + 2·(c−2)/3 + 5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heads  =  a   (the machine's counter block)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merges are the even steps, drops the odd ones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74904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FF4E8"/>
          </a:solidFill>
          <a:ln/>
          <a:effectLst>
            <a:outerShdw sx="100000" sy="100000" kx="0" ky="0" algn="bl" rotWithShape="0" blurRad="76200" dist="25400" dir="5400000">
              <a:srgbClr val="9AA7C4">
                <a:alpha val="3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46520" y="3931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honest delta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446520" y="443484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4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death fires at heads ≤ 1; the wiki's at 0. The tape grammar needs a non-empty counter block, so the hypothesis is one drop stronger — documented, and closing it is listed follow-up work.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only where the cut can happen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309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Death set is explicit:  m = 0, or a drop (m = 2) with counter ≤ 1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Volley: every hydra run collapses to one closed-form jump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process = one boundary rule + one volley, per counter move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Theorem: event process dies  ⇔  full orbit dies  (sound AND complete)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3977640"/>
            <a:ext cx="6309360" cy="2103120"/>
          </a:xfrm>
          <a:prstGeom prst="roundRect">
            <a:avLst>
              <a:gd name="adj" fmla="val 347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76200" dist="25400" dir="5400000">
              <a:srgbClr val="9AA7C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42062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eventSafe_iff_safeOrbitA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5760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in core Lean · axioms [propext, Quot.sound]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chained: event safety alone ⇒ Antihydra never halts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0" y="1371600"/>
            <a:ext cx="4206240" cy="2194560"/>
          </a:xfrm>
          <a:prstGeom prst="roundRect">
            <a:avLst>
              <a:gd name="adj" fmla="val 333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9AA7C4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0" y="16002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543800" y="256032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incision events cover the first 10⁸ raw machine steps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0" y="3886200"/>
            <a:ext cx="4206240" cy="2194560"/>
          </a:xfrm>
          <a:prstGeom prst="roundRect">
            <a:avLst>
              <a:gd name="adj" fmla="val 3333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9AA7C4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0" y="41148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10⁷⁰⁴⁶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7543800" y="50749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raw-step equivalent of 20,000 events — a different regime, not an optimization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incision atlas (stage756)</a:t>
            </a:r>
            <a:endParaRPr lang="en-US" sz="3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640080" y="1463040"/>
          <a:ext cx="667512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635240" y="1463040"/>
            <a:ext cx="3886200" cy="1325880"/>
          </a:xfrm>
          <a:prstGeom prst="roundRect">
            <a:avLst>
              <a:gd name="adj" fmla="val 551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9AA7C4">
                <a:alpha val="3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863840" y="157276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+0.5 / event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7863840" y="208483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counter drift — exactly the random-walk expectation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7635240" y="3017520"/>
            <a:ext cx="3886200" cy="1325880"/>
          </a:xfrm>
          <a:prstGeom prst="roundRect">
            <a:avLst>
              <a:gd name="adj" fmla="val 551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9AA7C4">
                <a:alpha val="3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63840" y="312724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 4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7863840" y="363931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closest approach to the death condition in 20k events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635240" y="4572000"/>
            <a:ext cx="3886200" cy="1325880"/>
          </a:xfrm>
          <a:prstGeom prst="roundRect">
            <a:avLst>
              <a:gd name="adj" fmla="val 551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9AA7C4">
                <a:alpha val="3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863840" y="4681728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+ 2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863840" y="5193792"/>
            <a:ext cx="3474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machines pairing up into identical incision profiles (delta-rule families)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engineering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685800" y="153619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15361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00200" y="159105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Axiom gate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480560" y="1591056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theorem reports exactly [propext, Quot.sound]; a script fails the build otherwise. Two contamination channels found and engineered out (omega on compound goals; String.toList).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85800" y="277063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7706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00200" y="282549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Parser parity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480560" y="2825496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Lean parser of the standard machine format is kernel-proved equal to the hand-written tables — with corrupted-code negative controls.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400507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40050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00200" y="405993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Differential testing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480560" y="4059936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proved step function, run executably, is byte-identical for thousands of steps against an independent 30-line Python stepper.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85800" y="5239512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5239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5294376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Fail-closed corrections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480560" y="5294376"/>
            <a:ext cx="7040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Unsound certificates demoted; the PASS gate retightened and two verdicts publicly refuted. Corrections are results, not embarrassments.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Validated for Tao's Palomar registry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Palomar (announced 2026-08-18): a registry of Lean-verified mathematics.  Small auditable Challenge + proving Solution, mechanically compared by kernel replay, three permitted axioms.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9AA7C4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Antihydra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68680" y="30632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120-line challenge · machine + hydra process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886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antihydra_nonhalting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233172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9AA7C4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1772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Incision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617720" y="30632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79-line challenge · pure arithmetic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617720" y="3886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boundary_checking_complete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233172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EEF3FC"/>
          </a:solidFill>
          <a:ln/>
          <a:effectLst>
            <a:outerShdw sx="100000" sy="100000" kx="0" ky="0" algn="bl" rotWithShape="0" blurRad="76200" dist="25400" dir="5400000">
              <a:srgbClr val="9AA7C4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2560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Dossier-1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366760" y="30632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153-line challenge · machine + chain orbit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366760" y="38862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dossier1_nonhalting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5029200"/>
            <a:ext cx="10881360" cy="1143000"/>
          </a:xfrm>
          <a:prstGeom prst="roundRect">
            <a:avLst>
              <a:gd name="adj" fmla="val 6400"/>
            </a:avLst>
          </a:prstGeom>
          <a:solidFill>
            <a:srgbClr val="E8F5EC"/>
          </a:solidFill>
          <a:ln/>
          <a:effectLst>
            <a:outerShdw sx="100000" sy="100000" kx="0" ky="0" algn="bl" rotWithShape="0" blurRad="76200" dist="25400" dir="5400000">
              <a:srgbClr val="9AA7C4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5138928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56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mechanical intake check passes — solutions transport the certified theorems across self-contained challenge definitions.  Remaining: a LICENSE choice, a git push, and owner sign-off.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stands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822960" y="182880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27336F"/>
          </a:solidFill>
          <a:ln/>
        </p:spPr>
      </p:sp>
      <p:sp>
        <p:nvSpPr>
          <p:cNvPr id="4" name="Text 2"/>
          <p:cNvSpPr/>
          <p:nvPr/>
        </p:nvSpPr>
        <p:spPr>
          <a:xfrm>
            <a:off x="1097280" y="2084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2633472"/>
            <a:ext cx="2834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dynamical fact about both machines · the reductions · the bridge · the incision theorem · parser parity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480560" y="182880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27336F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0" y="2084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9E79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754880" y="2633472"/>
            <a:ext cx="2834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orbit conjectures — one is the Antihydra conjecture itself. Believed true; proven by no one.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138160" y="1828800"/>
            <a:ext cx="3383280" cy="2926080"/>
          </a:xfrm>
          <a:prstGeom prst="roundRect">
            <a:avLst>
              <a:gd name="adj" fmla="val 2500"/>
            </a:avLst>
          </a:prstGeom>
          <a:solidFill>
            <a:srgbClr val="27336F"/>
          </a:solidFill>
          <a:ln/>
        </p:spPr>
      </p:sp>
      <p:sp>
        <p:nvSpPr>
          <p:cNvPr id="10" name="Text 8"/>
          <p:cNvSpPr/>
          <p:nvPr/>
        </p:nvSpPr>
        <p:spPr>
          <a:xfrm>
            <a:off x="8412480" y="208483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7E8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412480" y="2633472"/>
            <a:ext cx="2834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heads ≤ 1 boundary case · dossier-1's 1-D bridge · log-scaled atlas · Palomar submission on sign-off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55778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here decides any machine — each machine's fate is now a clean piece of arithmetic, plus the certified tools to hunt it.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2026-08-22T15:28:29Z</dcterms:created>
  <dcterms:modified xsi:type="dcterms:W3CDTF">2026-08-22T15:28:29Z</dcterms:modified>
</cp:coreProperties>
</file>